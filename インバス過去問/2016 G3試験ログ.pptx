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59" r:id="rId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11" d="100"/>
          <a:sy n="111"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8" name="タイトル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ja-JP" altLang="en-US" smtClean="0"/>
              <a:t>マスタ タイトルの書式設定</a:t>
            </a:r>
            <a:endParaRPr kumimoji="0" lang="en-US"/>
          </a:p>
        </p:txBody>
      </p:sp>
      <p:sp>
        <p:nvSpPr>
          <p:cNvPr id="9" name="サブタイトル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ja-JP" altLang="en-US" smtClean="0"/>
              <a:t>マスタ サブタイトルの書式設定</a:t>
            </a:r>
            <a:endParaRPr kumimoji="0" lang="en-US"/>
          </a:p>
        </p:txBody>
      </p:sp>
      <p:sp>
        <p:nvSpPr>
          <p:cNvPr id="28" name="日付プレースホルダ 27"/>
          <p:cNvSpPr>
            <a:spLocks noGrp="1"/>
          </p:cNvSpPr>
          <p:nvPr>
            <p:ph type="dt" sz="half" idx="10"/>
          </p:nvPr>
        </p:nvSpPr>
        <p:spPr>
          <a:xfrm>
            <a:off x="6400800" y="6355080"/>
            <a:ext cx="2286000" cy="365760"/>
          </a:xfrm>
        </p:spPr>
        <p:txBody>
          <a:bodyPr/>
          <a:lstStyle>
            <a:lvl1pPr>
              <a:defRPr sz="1400"/>
            </a:lvl1pPr>
          </a:lstStyle>
          <a:p>
            <a:fld id="{2B557403-1ADD-4FE8-8A75-D06449230C6A}" type="datetimeFigureOut">
              <a:rPr kumimoji="1" lang="ja-JP" altLang="en-US" smtClean="0"/>
              <a:pPr/>
              <a:t>2016/9/5</a:t>
            </a:fld>
            <a:endParaRPr kumimoji="1" lang="ja-JP" altLang="en-US"/>
          </a:p>
        </p:txBody>
      </p:sp>
      <p:sp>
        <p:nvSpPr>
          <p:cNvPr id="17" name="フッター プレースホルダ 16"/>
          <p:cNvSpPr>
            <a:spLocks noGrp="1"/>
          </p:cNvSpPr>
          <p:nvPr>
            <p:ph type="ftr" sz="quarter" idx="11"/>
          </p:nvPr>
        </p:nvSpPr>
        <p:spPr>
          <a:xfrm>
            <a:off x="2898648" y="6355080"/>
            <a:ext cx="3474720" cy="365760"/>
          </a:xfrm>
        </p:spPr>
        <p:txBody>
          <a:bodyPr/>
          <a:lstStyle/>
          <a:p>
            <a:endParaRPr kumimoji="1" lang="ja-JP" altLang="en-US"/>
          </a:p>
        </p:txBody>
      </p:sp>
      <p:sp>
        <p:nvSpPr>
          <p:cNvPr id="29" name="スライド番号プレースホルダ 28"/>
          <p:cNvSpPr>
            <a:spLocks noGrp="1"/>
          </p:cNvSpPr>
          <p:nvPr>
            <p:ph type="sldNum" sz="quarter" idx="12"/>
          </p:nvPr>
        </p:nvSpPr>
        <p:spPr>
          <a:xfrm>
            <a:off x="1216152" y="6355080"/>
            <a:ext cx="1219200" cy="365760"/>
          </a:xfrm>
        </p:spPr>
        <p:txBody>
          <a:bodyPr/>
          <a:lstStyle/>
          <a:p>
            <a:fld id="{1C6EF7B0-B53C-4E46-AF3D-E373889C4BD0}" type="slidenum">
              <a:rPr kumimoji="1" lang="ja-JP" altLang="en-US" smtClean="0"/>
              <a:pPr/>
              <a:t>&lt;#&gt;</a:t>
            </a:fld>
            <a:endParaRPr kumimoji="1" lang="ja-JP" altLang="en-US"/>
          </a:p>
        </p:txBody>
      </p:sp>
      <p:sp>
        <p:nvSpPr>
          <p:cNvPr id="21" name="正方形/長方形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正方形/長方形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正方形/長方形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正方形/長方形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0" lang="ja-JP" altLang="en-US" smtClean="0"/>
              <a:t>マスタ タイトルの書式設定</a:t>
            </a:r>
            <a:endParaRPr kumimoji="0" lang="en-US"/>
          </a:p>
        </p:txBody>
      </p:sp>
      <p:sp>
        <p:nvSpPr>
          <p:cNvPr id="4" name="日付プレースホルダ 3"/>
          <p:cNvSpPr>
            <a:spLocks noGrp="1"/>
          </p:cNvSpPr>
          <p:nvPr>
            <p:ph type="dt" sz="half" idx="10"/>
          </p:nvPr>
        </p:nvSpPr>
        <p:spPr/>
        <p:txBody>
          <a:bodyPr/>
          <a:lstStyle/>
          <a:p>
            <a:fld id="{2B557403-1ADD-4FE8-8A75-D06449230C6A}" type="datetimeFigureOut">
              <a:rPr kumimoji="1" lang="ja-JP" altLang="en-US" smtClean="0"/>
              <a:pPr/>
              <a:t>2016/9/5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1C6EF7B0-B53C-4E46-AF3D-E373889C4BD0}" type="slidenum">
              <a:rPr kumimoji="1" lang="ja-JP" altLang="en-US" smtClean="0"/>
              <a:pPr/>
              <a:t>&lt;#&gt;</a:t>
            </a:fld>
            <a:endParaRPr kumimoji="1" lang="ja-JP" altLang="en-US"/>
          </a:p>
        </p:txBody>
      </p:sp>
      <p:sp>
        <p:nvSpPr>
          <p:cNvPr id="8" name="コンテンツ プレースホルダ 7"/>
          <p:cNvSpPr>
            <a:spLocks noGrp="1"/>
          </p:cNvSpPr>
          <p:nvPr>
            <p:ph sz="quarter" idx="1"/>
          </p:nvPr>
        </p:nvSpPr>
        <p:spPr>
          <a:xfrm>
            <a:off x="457200" y="1219200"/>
            <a:ext cx="8229600" cy="4937760"/>
          </a:xfrm>
        </p:spPr>
        <p:txBody>
          <a:bodyPr/>
          <a:lstStyle/>
          <a:p>
            <a:pPr lvl="0" eaLnBrk="1" latinLnBrk="0" hangingPunct="1"/>
            <a:r>
              <a:rPr lang="ja-JP" altLang="en-US" smtClean="0"/>
              <a:t>マスタ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Ref idx="1001">
        <a:schemeClr val="bg2"/>
      </p:bgRef>
    </p:bg>
    <p:spTree>
      <p:nvGrpSpPr>
        <p:cNvPr id="1" name=""/>
        <p:cNvGrpSpPr/>
        <p:nvPr/>
      </p:nvGrpSpPr>
      <p:grpSpPr>
        <a:xfrm>
          <a:off x="0" y="0"/>
          <a:ext cx="0" cy="0"/>
          <a:chOff x="0" y="0"/>
          <a:chExt cx="0" cy="0"/>
        </a:xfrm>
      </p:grpSpPr>
      <p:sp>
        <p:nvSpPr>
          <p:cNvPr id="2" name="タイトル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ja-JP" altLang="en-US" smtClean="0"/>
              <a:t>マスタ タイトルの書式設定</a:t>
            </a:r>
            <a:endParaRPr kumimoji="0" lang="en-US"/>
          </a:p>
        </p:txBody>
      </p:sp>
      <p:sp>
        <p:nvSpPr>
          <p:cNvPr id="3" name="テキスト プレースホルダ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ja-JP" altLang="en-US" smtClean="0"/>
              <a:t>マスタ テキストの書式設定</a:t>
            </a:r>
          </a:p>
        </p:txBody>
      </p:sp>
      <p:sp>
        <p:nvSpPr>
          <p:cNvPr id="4" name="日付プレースホルダ 3"/>
          <p:cNvSpPr>
            <a:spLocks noGrp="1"/>
          </p:cNvSpPr>
          <p:nvPr>
            <p:ph type="dt" sz="half" idx="10"/>
          </p:nvPr>
        </p:nvSpPr>
        <p:spPr>
          <a:xfrm>
            <a:off x="6400800" y="6355080"/>
            <a:ext cx="2286000" cy="365760"/>
          </a:xfrm>
        </p:spPr>
        <p:txBody>
          <a:bodyPr/>
          <a:lstStyle/>
          <a:p>
            <a:fld id="{2B557403-1ADD-4FE8-8A75-D06449230C6A}" type="datetimeFigureOut">
              <a:rPr kumimoji="1" lang="ja-JP" altLang="en-US" smtClean="0"/>
              <a:pPr/>
              <a:t>2016/9/5</a:t>
            </a:fld>
            <a:endParaRPr kumimoji="1" lang="ja-JP" altLang="en-US"/>
          </a:p>
        </p:txBody>
      </p:sp>
      <p:sp>
        <p:nvSpPr>
          <p:cNvPr id="5" name="フッター プレースホルダ 4"/>
          <p:cNvSpPr>
            <a:spLocks noGrp="1"/>
          </p:cNvSpPr>
          <p:nvPr>
            <p:ph type="ftr" sz="quarter" idx="11"/>
          </p:nvPr>
        </p:nvSpPr>
        <p:spPr>
          <a:xfrm>
            <a:off x="2898648" y="6355080"/>
            <a:ext cx="3474720" cy="365760"/>
          </a:xfrm>
        </p:spPr>
        <p:txBody>
          <a:bodyPr/>
          <a:lstStyle/>
          <a:p>
            <a:endParaRPr kumimoji="1" lang="ja-JP" altLang="en-US"/>
          </a:p>
        </p:txBody>
      </p:sp>
      <p:sp>
        <p:nvSpPr>
          <p:cNvPr id="6" name="スライド番号プレースホルダ 5"/>
          <p:cNvSpPr>
            <a:spLocks noGrp="1"/>
          </p:cNvSpPr>
          <p:nvPr>
            <p:ph type="sldNum" sz="quarter" idx="12"/>
          </p:nvPr>
        </p:nvSpPr>
        <p:spPr>
          <a:xfrm>
            <a:off x="1069848" y="6355080"/>
            <a:ext cx="1520952" cy="365760"/>
          </a:xfrm>
        </p:spPr>
        <p:txBody>
          <a:bodyPr/>
          <a:lstStyle/>
          <a:p>
            <a:fld id="{1C6EF7B0-B53C-4E46-AF3D-E373889C4BD0}" type="slidenum">
              <a:rPr kumimoji="1" lang="ja-JP" altLang="en-US" smtClean="0"/>
              <a:pPr/>
              <a:t>&lt;#&gt;</a:t>
            </a:fld>
            <a:endParaRPr kumimoji="1" lang="ja-JP" altLang="en-US"/>
          </a:p>
        </p:txBody>
      </p:sp>
      <p:sp>
        <p:nvSpPr>
          <p:cNvPr id="7" name="正方形/長方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正方形/長方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28600"/>
            <a:ext cx="8229600" cy="914400"/>
          </a:xfrm>
        </p:spPr>
        <p:txBody>
          <a:bodyPr/>
          <a:lstStyle/>
          <a:p>
            <a:r>
              <a:rPr kumimoji="0" lang="ja-JP" altLang="en-US" smtClean="0"/>
              <a:t>マスタ タイトルの書式設定</a:t>
            </a:r>
            <a:endParaRPr kumimoji="0" lang="en-US"/>
          </a:p>
        </p:txBody>
      </p:sp>
      <p:sp>
        <p:nvSpPr>
          <p:cNvPr id="5" name="日付プレースホルダ 4"/>
          <p:cNvSpPr>
            <a:spLocks noGrp="1"/>
          </p:cNvSpPr>
          <p:nvPr>
            <p:ph type="dt" sz="half" idx="10"/>
          </p:nvPr>
        </p:nvSpPr>
        <p:spPr/>
        <p:txBody>
          <a:bodyPr/>
          <a:lstStyle/>
          <a:p>
            <a:fld id="{2B557403-1ADD-4FE8-8A75-D06449230C6A}" type="datetimeFigureOut">
              <a:rPr kumimoji="1" lang="ja-JP" altLang="en-US" smtClean="0"/>
              <a:pPr/>
              <a:t>2016/9/5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1C6EF7B0-B53C-4E46-AF3D-E373889C4BD0}" type="slidenum">
              <a:rPr kumimoji="1" lang="ja-JP" altLang="en-US" smtClean="0"/>
              <a:pPr/>
              <a:t>&lt;#&gt;</a:t>
            </a:fld>
            <a:endParaRPr kumimoji="1" lang="ja-JP" altLang="en-US"/>
          </a:p>
        </p:txBody>
      </p:sp>
      <p:sp>
        <p:nvSpPr>
          <p:cNvPr id="9" name="コンテンツ プレースホルダ 8"/>
          <p:cNvSpPr>
            <a:spLocks noGrp="1"/>
          </p:cNvSpPr>
          <p:nvPr>
            <p:ph sz="quarter" idx="1"/>
          </p:nvPr>
        </p:nvSpPr>
        <p:spPr>
          <a:xfrm>
            <a:off x="457200" y="1219200"/>
            <a:ext cx="4041648" cy="4937760"/>
          </a:xfrm>
        </p:spPr>
        <p:txBody>
          <a:bodyPr/>
          <a:lstStyle/>
          <a:p>
            <a:pPr lvl="0" eaLnBrk="1" latinLnBrk="0" hangingPunct="1"/>
            <a:r>
              <a:rPr lang="ja-JP" altLang="en-US" smtClean="0"/>
              <a:t>マスタ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11" name="コンテンツ プレースホルダ 10"/>
          <p:cNvSpPr>
            <a:spLocks noGrp="1"/>
          </p:cNvSpPr>
          <p:nvPr>
            <p:ph sz="quarter" idx="2"/>
          </p:nvPr>
        </p:nvSpPr>
        <p:spPr>
          <a:xfrm>
            <a:off x="4632198" y="1216152"/>
            <a:ext cx="4041648" cy="4937760"/>
          </a:xfrm>
        </p:spPr>
        <p:txBody>
          <a:bodyPr/>
          <a:lstStyle/>
          <a:p>
            <a:pPr lvl="0" eaLnBrk="1" latinLnBrk="0" hangingPunct="1"/>
            <a:r>
              <a:rPr lang="ja-JP" altLang="en-US" smtClean="0"/>
              <a:t>マスタ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28600"/>
            <a:ext cx="8229600" cy="914400"/>
          </a:xfrm>
        </p:spPr>
        <p:txBody>
          <a:bodyPr anchor="ctr"/>
          <a:lstStyle>
            <a:lvl1pPr>
              <a:defRPr/>
            </a:lvl1pPr>
          </a:lstStyle>
          <a:p>
            <a:r>
              <a:rPr kumimoji="0" lang="ja-JP" altLang="en-US" smtClean="0"/>
              <a:t>マスタ タイトルの書式設定</a:t>
            </a:r>
            <a:endParaRPr kumimoji="0" lang="en-US"/>
          </a:p>
        </p:txBody>
      </p:sp>
      <p:sp>
        <p:nvSpPr>
          <p:cNvPr id="3" name="テキスト プレースホルダ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ja-JP" altLang="en-US" smtClean="0"/>
              <a:t>マスタ テキストの書式設定</a:t>
            </a:r>
          </a:p>
        </p:txBody>
      </p:sp>
      <p:sp>
        <p:nvSpPr>
          <p:cNvPr id="4" name="テキスト プレースホルダ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ja-JP" altLang="en-US" smtClean="0"/>
              <a:t>マスタ テキストの書式設定</a:t>
            </a:r>
          </a:p>
        </p:txBody>
      </p:sp>
      <p:sp>
        <p:nvSpPr>
          <p:cNvPr id="7" name="日付プレースホルダ 6"/>
          <p:cNvSpPr>
            <a:spLocks noGrp="1"/>
          </p:cNvSpPr>
          <p:nvPr>
            <p:ph type="dt" sz="half" idx="10"/>
          </p:nvPr>
        </p:nvSpPr>
        <p:spPr/>
        <p:txBody>
          <a:bodyPr/>
          <a:lstStyle/>
          <a:p>
            <a:fld id="{2B557403-1ADD-4FE8-8A75-D06449230C6A}" type="datetimeFigureOut">
              <a:rPr kumimoji="1" lang="ja-JP" altLang="en-US" smtClean="0"/>
              <a:pPr/>
              <a:t>2016/9/5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1C6EF7B0-B53C-4E46-AF3D-E373889C4BD0}" type="slidenum">
              <a:rPr kumimoji="1" lang="ja-JP" altLang="en-US" smtClean="0"/>
              <a:pPr/>
              <a:t>&lt;#&gt;</a:t>
            </a:fld>
            <a:endParaRPr kumimoji="1" lang="ja-JP" altLang="en-US"/>
          </a:p>
        </p:txBody>
      </p:sp>
      <p:sp>
        <p:nvSpPr>
          <p:cNvPr id="11" name="コンテンツ プレースホルダ 10"/>
          <p:cNvSpPr>
            <a:spLocks noGrp="1"/>
          </p:cNvSpPr>
          <p:nvPr>
            <p:ph sz="quarter" idx="2"/>
          </p:nvPr>
        </p:nvSpPr>
        <p:spPr>
          <a:xfrm>
            <a:off x="457200" y="2133600"/>
            <a:ext cx="4038600" cy="4038600"/>
          </a:xfrm>
        </p:spPr>
        <p:txBody>
          <a:bodyPr/>
          <a:lstStyle/>
          <a:p>
            <a:pPr lvl="0" eaLnBrk="1" latinLnBrk="0" hangingPunct="1"/>
            <a:r>
              <a:rPr lang="ja-JP" altLang="en-US" smtClean="0"/>
              <a:t>マスタ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13" name="コンテンツ プレースホルダ 12"/>
          <p:cNvSpPr>
            <a:spLocks noGrp="1"/>
          </p:cNvSpPr>
          <p:nvPr>
            <p:ph sz="quarter" idx="4"/>
          </p:nvPr>
        </p:nvSpPr>
        <p:spPr>
          <a:xfrm>
            <a:off x="4648200" y="2133600"/>
            <a:ext cx="4038600" cy="4038600"/>
          </a:xfrm>
        </p:spPr>
        <p:txBody>
          <a:bodyPr/>
          <a:lstStyle/>
          <a:p>
            <a:pPr lvl="0" eaLnBrk="1" latinLnBrk="0" hangingPunct="1"/>
            <a:r>
              <a:rPr lang="ja-JP" altLang="en-US" smtClean="0"/>
              <a:t>マスタ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28600"/>
            <a:ext cx="8229600" cy="914400"/>
          </a:xfrm>
        </p:spPr>
        <p:txBody>
          <a:bodyPr/>
          <a:lstStyle/>
          <a:p>
            <a:r>
              <a:rPr kumimoji="0" lang="ja-JP" altLang="en-US" smtClean="0"/>
              <a:t>マスタ タイトルの書式設定</a:t>
            </a:r>
            <a:endParaRPr kumimoji="0" lang="en-US"/>
          </a:p>
        </p:txBody>
      </p:sp>
      <p:sp>
        <p:nvSpPr>
          <p:cNvPr id="3" name="日付プレースホルダ 2"/>
          <p:cNvSpPr>
            <a:spLocks noGrp="1"/>
          </p:cNvSpPr>
          <p:nvPr>
            <p:ph type="dt" sz="half" idx="10"/>
          </p:nvPr>
        </p:nvSpPr>
        <p:spPr/>
        <p:txBody>
          <a:bodyPr/>
          <a:lstStyle/>
          <a:p>
            <a:fld id="{2B557403-1ADD-4FE8-8A75-D06449230C6A}" type="datetimeFigureOut">
              <a:rPr kumimoji="1" lang="ja-JP" altLang="en-US" smtClean="0"/>
              <a:pPr/>
              <a:t>2016/9/5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1C6EF7B0-B53C-4E46-AF3D-E373889C4BD0}" type="slidenum">
              <a:rPr kumimoji="1" lang="ja-JP" altLang="en-US" smtClean="0"/>
              <a:pPr/>
              <a:t>&lt;#&gt;</a:t>
            </a:fld>
            <a:endParaRPr kumimoji="1" lang="ja-JP" altLang="en-US"/>
          </a:p>
        </p:txBody>
      </p:sp>
      <p:sp>
        <p:nvSpPr>
          <p:cNvPr id="6" name="二等辺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2B557403-1ADD-4FE8-8A75-D06449230C6A}" type="datetimeFigureOut">
              <a:rPr kumimoji="1" lang="ja-JP" altLang="en-US" smtClean="0"/>
              <a:pPr/>
              <a:t>2016/9/5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1C6EF7B0-B53C-4E46-AF3D-E373889C4BD0}" type="slidenum">
              <a:rPr kumimoji="1" lang="ja-JP" altLang="en-US" smtClean="0"/>
              <a:pPr/>
              <a:t>&lt;#&gt;</a:t>
            </a:fld>
            <a:endParaRPr kumimoji="1" lang="ja-JP" altLang="en-US"/>
          </a:p>
        </p:txBody>
      </p:sp>
      <p:sp>
        <p:nvSpPr>
          <p:cNvPr id="5" name="直線コネクタ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二等辺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ja-JP" altLang="en-US" smtClean="0"/>
              <a:t>マスタ タイトルの書式設定</a:t>
            </a:r>
            <a:endParaRPr kumimoji="0" lang="en-US"/>
          </a:p>
        </p:txBody>
      </p:sp>
      <p:sp>
        <p:nvSpPr>
          <p:cNvPr id="3" name="テキスト プレースホルダ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ja-JP" altLang="en-US" smtClean="0"/>
              <a:t>マスタ テキストの書式設定</a:t>
            </a:r>
          </a:p>
        </p:txBody>
      </p:sp>
      <p:sp>
        <p:nvSpPr>
          <p:cNvPr id="5" name="日付プレースホルダ 4"/>
          <p:cNvSpPr>
            <a:spLocks noGrp="1"/>
          </p:cNvSpPr>
          <p:nvPr>
            <p:ph type="dt" sz="half" idx="10"/>
          </p:nvPr>
        </p:nvSpPr>
        <p:spPr/>
        <p:txBody>
          <a:bodyPr/>
          <a:lstStyle/>
          <a:p>
            <a:fld id="{2B557403-1ADD-4FE8-8A75-D06449230C6A}" type="datetimeFigureOut">
              <a:rPr kumimoji="1" lang="ja-JP" altLang="en-US" smtClean="0"/>
              <a:pPr/>
              <a:t>2016/9/5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1C6EF7B0-B53C-4E46-AF3D-E373889C4BD0}" type="slidenum">
              <a:rPr kumimoji="1" lang="ja-JP" altLang="en-US" smtClean="0"/>
              <a:pPr/>
              <a:t>&lt;#&gt;</a:t>
            </a:fld>
            <a:endParaRPr kumimoji="1" lang="ja-JP" altLang="en-US"/>
          </a:p>
        </p:txBody>
      </p:sp>
      <p:sp>
        <p:nvSpPr>
          <p:cNvPr id="8" name="直線コネクタ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線コネクタ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二等辺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コンテンツ プレースホルダ 11"/>
          <p:cNvSpPr>
            <a:spLocks noGrp="1"/>
          </p:cNvSpPr>
          <p:nvPr>
            <p:ph sz="quarter" idx="1"/>
          </p:nvPr>
        </p:nvSpPr>
        <p:spPr>
          <a:xfrm>
            <a:off x="304800" y="304800"/>
            <a:ext cx="5715000" cy="5715000"/>
          </a:xfrm>
        </p:spPr>
        <p:txBody>
          <a:bodyPr/>
          <a:lstStyle/>
          <a:p>
            <a:pPr lvl="0" eaLnBrk="1" latinLnBrk="0" hangingPunct="1"/>
            <a:r>
              <a:rPr lang="ja-JP" altLang="en-US" smtClean="0"/>
              <a:t>マスタ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bg>
      <p:bgRef idx="1001">
        <a:schemeClr val="bg2"/>
      </p:bgRef>
    </p:bg>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ja-JP" altLang="en-US" smtClean="0"/>
              <a:t>マスタ タイトルの書式設定</a:t>
            </a:r>
            <a:endParaRPr kumimoji="0" lang="en-US"/>
          </a:p>
        </p:txBody>
      </p:sp>
      <p:sp>
        <p:nvSpPr>
          <p:cNvPr id="3" name="図プレースホルダ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ja-JP" altLang="en-US" smtClean="0"/>
              <a:t>アイコンをクリックして図を追加</a:t>
            </a:r>
            <a:endParaRPr kumimoji="0" lang="en-US" dirty="0"/>
          </a:p>
        </p:txBody>
      </p:sp>
      <p:sp>
        <p:nvSpPr>
          <p:cNvPr id="4" name="テキスト プレースホルダ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ja-JP" altLang="en-US" smtClean="0"/>
              <a:t>マスタ テキストの書式設定</a:t>
            </a:r>
          </a:p>
        </p:txBody>
      </p:sp>
      <p:sp>
        <p:nvSpPr>
          <p:cNvPr id="5" name="日付プレースホルダ 4"/>
          <p:cNvSpPr>
            <a:spLocks noGrp="1"/>
          </p:cNvSpPr>
          <p:nvPr>
            <p:ph type="dt" sz="half" idx="10"/>
          </p:nvPr>
        </p:nvSpPr>
        <p:spPr/>
        <p:txBody>
          <a:bodyPr/>
          <a:lstStyle/>
          <a:p>
            <a:fld id="{2B557403-1ADD-4FE8-8A75-D06449230C6A}" type="datetimeFigureOut">
              <a:rPr kumimoji="1" lang="ja-JP" altLang="en-US" smtClean="0"/>
              <a:pPr/>
              <a:t>2016/9/5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1C6EF7B0-B53C-4E46-AF3D-E373889C4BD0}" type="slidenum">
              <a:rPr kumimoji="1" lang="ja-JP" altLang="en-US" smtClean="0"/>
              <a:pPr/>
              <a:t>&lt;#&gt;</a:t>
            </a:fld>
            <a:endParaRPr kumimoji="1" lang="ja-JP" altLang="en-US"/>
          </a:p>
        </p:txBody>
      </p:sp>
      <p:sp>
        <p:nvSpPr>
          <p:cNvPr id="8" name="直線コネクタ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二等辺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正方形/長方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0" lang="ja-JP" altLang="en-US" smtClean="0"/>
              <a:t>マスタ タイトルの書式設定</a:t>
            </a:r>
            <a:endParaRPr kumimoji="0" lang="en-US"/>
          </a:p>
        </p:txBody>
      </p:sp>
      <p:sp>
        <p:nvSpPr>
          <p:cNvPr id="3" name="縦書きテキスト プレースホルダ 2"/>
          <p:cNvSpPr>
            <a:spLocks noGrp="1"/>
          </p:cNvSpPr>
          <p:nvPr>
            <p:ph type="body" orient="vert" idx="1"/>
          </p:nvPr>
        </p:nvSpPr>
        <p:spPr/>
        <p:txBody>
          <a:bodyPr vert="eaVert"/>
          <a:lstStyle/>
          <a:p>
            <a:pPr lvl="0" eaLnBrk="1" latinLnBrk="0" hangingPunct="1"/>
            <a:r>
              <a:rPr lang="ja-JP" altLang="en-US" smtClean="0"/>
              <a:t>マスタ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4" name="日付プレースホルダ 3"/>
          <p:cNvSpPr>
            <a:spLocks noGrp="1"/>
          </p:cNvSpPr>
          <p:nvPr>
            <p:ph type="dt" sz="half" idx="10"/>
          </p:nvPr>
        </p:nvSpPr>
        <p:spPr/>
        <p:txBody>
          <a:bodyPr/>
          <a:lstStyle/>
          <a:p>
            <a:fld id="{2B557403-1ADD-4FE8-8A75-D06449230C6A}" type="datetimeFigureOut">
              <a:rPr kumimoji="1" lang="ja-JP" altLang="en-US" smtClean="0"/>
              <a:pPr/>
              <a:t>2016/9/5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1C6EF7B0-B53C-4E46-AF3D-E373889C4BD0}"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0" lang="ja-JP" altLang="en-US" smtClean="0"/>
              <a:t>マスタ タイトルの書式設定</a:t>
            </a:r>
            <a:endParaRPr kumimoji="0" 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eaLnBrk="1" latinLnBrk="0" hangingPunct="1"/>
            <a:r>
              <a:rPr lang="ja-JP" altLang="en-US" smtClean="0"/>
              <a:t>マスタ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4" name="日付プレースホルダ 3"/>
          <p:cNvSpPr>
            <a:spLocks noGrp="1"/>
          </p:cNvSpPr>
          <p:nvPr>
            <p:ph type="dt" sz="half" idx="10"/>
          </p:nvPr>
        </p:nvSpPr>
        <p:spPr/>
        <p:txBody>
          <a:bodyPr/>
          <a:lstStyle/>
          <a:p>
            <a:fld id="{2B557403-1ADD-4FE8-8A75-D06449230C6A}" type="datetimeFigureOut">
              <a:rPr kumimoji="1" lang="ja-JP" altLang="en-US" smtClean="0"/>
              <a:pPr/>
              <a:t>2016/9/5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1C6EF7B0-B53C-4E46-AF3D-E373889C4BD0}" type="slidenum">
              <a:rPr kumimoji="1" lang="ja-JP" altLang="en-US" smtClean="0"/>
              <a:pPr/>
              <a:t>&lt;#&gt;</a:t>
            </a:fld>
            <a:endParaRPr kumimoji="1" lang="ja-JP" altLang="en-US"/>
          </a:p>
        </p:txBody>
      </p:sp>
      <p:sp>
        <p:nvSpPr>
          <p:cNvPr id="7" name="直線コネクタ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二等辺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コネクタ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タイトル プレースホルダ 21"/>
          <p:cNvSpPr>
            <a:spLocks noGrp="1"/>
          </p:cNvSpPr>
          <p:nvPr>
            <p:ph type="title"/>
          </p:nvPr>
        </p:nvSpPr>
        <p:spPr>
          <a:xfrm>
            <a:off x="457200" y="152400"/>
            <a:ext cx="8229600" cy="990600"/>
          </a:xfrm>
          <a:prstGeom prst="rect">
            <a:avLst/>
          </a:prstGeom>
        </p:spPr>
        <p:txBody>
          <a:bodyPr vert="horz" anchor="b" anchorCtr="0">
            <a:normAutofit/>
          </a:bodyPr>
          <a:lstStyle/>
          <a:p>
            <a:r>
              <a:rPr kumimoji="0" lang="ja-JP" altLang="en-US" smtClean="0"/>
              <a:t>マスタ タイトルの書式設定</a:t>
            </a:r>
            <a:endParaRPr kumimoji="0" lang="en-US"/>
          </a:p>
        </p:txBody>
      </p:sp>
      <p:sp>
        <p:nvSpPr>
          <p:cNvPr id="13" name="テキスト プレースホルダ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ja-JP" altLang="en-US" smtClean="0"/>
              <a:t>マスタ テキストの書式設定</a:t>
            </a:r>
          </a:p>
          <a:p>
            <a:pPr lvl="1" eaLnBrk="1" latinLnBrk="0" hangingPunct="1"/>
            <a:r>
              <a:rPr kumimoji="0" lang="ja-JP" altLang="en-US" smtClean="0"/>
              <a:t>第 </a:t>
            </a:r>
            <a:r>
              <a:rPr kumimoji="0" lang="en-US" altLang="ja-JP" smtClean="0"/>
              <a:t>2 </a:t>
            </a:r>
            <a:r>
              <a:rPr kumimoji="0" lang="ja-JP" altLang="en-US" smtClean="0"/>
              <a:t>レベル</a:t>
            </a:r>
          </a:p>
          <a:p>
            <a:pPr lvl="2" eaLnBrk="1" latinLnBrk="0" hangingPunct="1"/>
            <a:r>
              <a:rPr kumimoji="0" lang="ja-JP" altLang="en-US" smtClean="0"/>
              <a:t>第 </a:t>
            </a:r>
            <a:r>
              <a:rPr kumimoji="0" lang="en-US" altLang="ja-JP" smtClean="0"/>
              <a:t>3 </a:t>
            </a:r>
            <a:r>
              <a:rPr kumimoji="0" lang="ja-JP" altLang="en-US" smtClean="0"/>
              <a:t>レベル</a:t>
            </a:r>
          </a:p>
          <a:p>
            <a:pPr lvl="3" eaLnBrk="1" latinLnBrk="0" hangingPunct="1"/>
            <a:r>
              <a:rPr kumimoji="0" lang="ja-JP" altLang="en-US" smtClean="0"/>
              <a:t>第 </a:t>
            </a:r>
            <a:r>
              <a:rPr kumimoji="0" lang="en-US" altLang="ja-JP" smtClean="0"/>
              <a:t>4 </a:t>
            </a:r>
            <a:r>
              <a:rPr kumimoji="0" lang="ja-JP" altLang="en-US" smtClean="0"/>
              <a:t>レベル</a:t>
            </a:r>
          </a:p>
          <a:p>
            <a:pPr lvl="4" eaLnBrk="1" latinLnBrk="0" hangingPunct="1"/>
            <a:r>
              <a:rPr kumimoji="0" lang="ja-JP" altLang="en-US" smtClean="0"/>
              <a:t>第 </a:t>
            </a:r>
            <a:r>
              <a:rPr kumimoji="0" lang="en-US" altLang="ja-JP" smtClean="0"/>
              <a:t>5 </a:t>
            </a:r>
            <a:r>
              <a:rPr kumimoji="0" lang="ja-JP" altLang="en-US" smtClean="0"/>
              <a:t>レベル</a:t>
            </a:r>
            <a:endParaRPr kumimoji="0" lang="en-US"/>
          </a:p>
        </p:txBody>
      </p:sp>
      <p:sp>
        <p:nvSpPr>
          <p:cNvPr id="14" name="日付プレースホルダ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2B557403-1ADD-4FE8-8A75-D06449230C6A}" type="datetimeFigureOut">
              <a:rPr kumimoji="1" lang="ja-JP" altLang="en-US" smtClean="0"/>
              <a:pPr/>
              <a:t>2016/9/5</a:t>
            </a:fld>
            <a:endParaRPr kumimoji="1" lang="ja-JP" altLang="en-US"/>
          </a:p>
        </p:txBody>
      </p:sp>
      <p:sp>
        <p:nvSpPr>
          <p:cNvPr id="3" name="フッター プレースホルダ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kumimoji="1" lang="ja-JP" altLang="en-US"/>
          </a:p>
        </p:txBody>
      </p:sp>
      <p:sp>
        <p:nvSpPr>
          <p:cNvPr id="23" name="スライド番号プレースホルダ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1C6EF7B0-B53C-4E46-AF3D-E373889C4BD0}" type="slidenum">
              <a:rPr kumimoji="1" lang="ja-JP" altLang="en-US" smtClean="0"/>
              <a:pPr/>
              <a:t>&lt;#&gt;</a:t>
            </a:fld>
            <a:endParaRPr kumimoji="1" lang="ja-JP" altLang="en-US"/>
          </a:p>
        </p:txBody>
      </p:sp>
      <p:sp>
        <p:nvSpPr>
          <p:cNvPr id="28" name="直線コネクタ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線コネクタ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二等辺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1"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1"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1"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1"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1"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1"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1"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1"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1"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1" lang="en-US" sz="1200" kern="1200" smtClean="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dirty="0" smtClean="0"/>
              <a:t>2016 G3</a:t>
            </a:r>
            <a:r>
              <a:rPr kumimoji="1" lang="ja-JP" altLang="en-US" dirty="0" smtClean="0"/>
              <a:t>試験ログ</a:t>
            </a:r>
            <a:endParaRPr kumimoji="1" lang="ja-JP" altLang="en-US" dirty="0"/>
          </a:p>
        </p:txBody>
      </p:sp>
      <p:sp>
        <p:nvSpPr>
          <p:cNvPr id="3" name="サブタイトル 2"/>
          <p:cNvSpPr>
            <a:spLocks noGrp="1"/>
          </p:cNvSpPr>
          <p:nvPr>
            <p:ph type="subTitle" idx="1"/>
          </p:nvPr>
        </p:nvSpPr>
        <p:spPr/>
        <p:txBody>
          <a:bodyPr/>
          <a:lstStyle/>
          <a:p>
            <a:r>
              <a:rPr lang="en-US" altLang="ja-JP" dirty="0" smtClean="0"/>
              <a:t>21</a:t>
            </a:r>
            <a:r>
              <a:rPr lang="ja-JP" altLang="en-US" dirty="0" smtClean="0"/>
              <a:t>開　佐藤・村井</a:t>
            </a:r>
            <a:endParaRPr kumimoji="1"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インバスケット</a:t>
            </a:r>
            <a:endParaRPr lang="en-US" altLang="ja-JP" dirty="0" smtClean="0"/>
          </a:p>
        </p:txBody>
      </p:sp>
      <p:sp>
        <p:nvSpPr>
          <p:cNvPr id="3" name="コンテンツ プレースホルダ 2"/>
          <p:cNvSpPr>
            <a:spLocks noGrp="1"/>
          </p:cNvSpPr>
          <p:nvPr>
            <p:ph sz="quarter" idx="1"/>
          </p:nvPr>
        </p:nvSpPr>
        <p:spPr/>
        <p:txBody>
          <a:bodyPr>
            <a:normAutofit/>
          </a:bodyPr>
          <a:lstStyle/>
          <a:p>
            <a:pPr marL="457200" indent="-457200">
              <a:buFont typeface="+mj-lt"/>
              <a:buAutoNum type="arabicPeriod"/>
            </a:pPr>
            <a:r>
              <a:rPr kumimoji="1" lang="ja-JP" altLang="en-US" sz="2400" dirty="0" smtClean="0"/>
              <a:t>資料</a:t>
            </a:r>
            <a:r>
              <a:rPr kumimoji="1" lang="ja-JP" altLang="en-US" sz="2400" dirty="0" smtClean="0"/>
              <a:t>の配布、名前の記入</a:t>
            </a:r>
            <a:endParaRPr kumimoji="1" lang="en-US" altLang="ja-JP" sz="2400" dirty="0" smtClean="0"/>
          </a:p>
          <a:p>
            <a:pPr marL="731520" lvl="1" indent="-457200"/>
            <a:r>
              <a:rPr kumimoji="1" lang="ja-JP" altLang="en-US" sz="2000" dirty="0" smtClean="0"/>
              <a:t>受験の手引（冊子）</a:t>
            </a:r>
            <a:endParaRPr kumimoji="1" lang="en-US" altLang="ja-JP" sz="2000" dirty="0" smtClean="0"/>
          </a:p>
          <a:p>
            <a:pPr marL="731520" lvl="1" indent="-457200"/>
            <a:r>
              <a:rPr lang="ja-JP" altLang="en-US" sz="2000" dirty="0" smtClean="0"/>
              <a:t>案件資料１９枚（封筒）</a:t>
            </a:r>
            <a:endParaRPr lang="en-US" altLang="ja-JP" sz="2000" dirty="0" smtClean="0"/>
          </a:p>
          <a:p>
            <a:pPr marL="731520" lvl="1" indent="-457200"/>
            <a:r>
              <a:rPr kumimoji="1" lang="ja-JP" altLang="en-US" sz="2000" dirty="0" smtClean="0"/>
              <a:t>答案用紙</a:t>
            </a:r>
            <a:endParaRPr kumimoji="1" lang="en-US" altLang="ja-JP" sz="2000" dirty="0" smtClean="0"/>
          </a:p>
          <a:p>
            <a:pPr marL="457200" indent="-457200">
              <a:buFont typeface="+mj-lt"/>
              <a:buAutoNum type="arabicPeriod"/>
            </a:pPr>
            <a:r>
              <a:rPr kumimoji="1" lang="ja-JP" altLang="en-US" sz="2400" dirty="0" smtClean="0"/>
              <a:t>状況の把握</a:t>
            </a:r>
            <a:r>
              <a:rPr kumimoji="1" lang="en-US" altLang="ja-JP" sz="2400" dirty="0" smtClean="0"/>
              <a:t>(</a:t>
            </a:r>
            <a:r>
              <a:rPr kumimoji="1" lang="ja-JP" altLang="en-US" sz="2400" dirty="0" smtClean="0"/>
              <a:t>手引きに記載</a:t>
            </a:r>
            <a:r>
              <a:rPr kumimoji="1" lang="en-US" altLang="ja-JP" sz="2400" dirty="0" smtClean="0"/>
              <a:t>) 6</a:t>
            </a:r>
            <a:r>
              <a:rPr kumimoji="1" lang="ja-JP" altLang="en-US" sz="2400" dirty="0" smtClean="0"/>
              <a:t>分</a:t>
            </a:r>
            <a:endParaRPr kumimoji="1" lang="en-US" altLang="ja-JP" sz="2400" dirty="0" smtClean="0"/>
          </a:p>
          <a:p>
            <a:pPr marL="457200" indent="-457200">
              <a:buFont typeface="+mj-lt"/>
              <a:buAutoNum type="arabicPeriod"/>
            </a:pPr>
            <a:r>
              <a:rPr kumimoji="1" lang="ja-JP" altLang="en-US" sz="2400" dirty="0" smtClean="0"/>
              <a:t>優先度の高い処理</a:t>
            </a:r>
            <a:r>
              <a:rPr kumimoji="1" lang="en-US" altLang="ja-JP" sz="2400" dirty="0" smtClean="0"/>
              <a:t>6</a:t>
            </a:r>
            <a:r>
              <a:rPr kumimoji="1" lang="ja-JP" altLang="en-US" sz="2400" dirty="0" smtClean="0"/>
              <a:t>件と関連案件のピックアップ　</a:t>
            </a:r>
            <a:r>
              <a:rPr kumimoji="1" lang="en-US" altLang="ja-JP" sz="2400" dirty="0" smtClean="0"/>
              <a:t>20</a:t>
            </a:r>
            <a:r>
              <a:rPr kumimoji="1" lang="ja-JP" altLang="en-US" sz="2400" dirty="0" smtClean="0"/>
              <a:t>分</a:t>
            </a:r>
            <a:endParaRPr kumimoji="1" lang="en-US" altLang="ja-JP" sz="2400" dirty="0" smtClean="0"/>
          </a:p>
          <a:p>
            <a:pPr marL="457200" indent="-457200">
              <a:buFont typeface="+mj-lt"/>
              <a:buAutoNum type="arabicPeriod"/>
            </a:pPr>
            <a:r>
              <a:rPr kumimoji="1" lang="ja-JP" altLang="en-US" sz="2400" dirty="0" smtClean="0"/>
              <a:t>新たに</a:t>
            </a:r>
            <a:r>
              <a:rPr kumimoji="1" lang="en-US" altLang="ja-JP" sz="2400" dirty="0" smtClean="0"/>
              <a:t>3</a:t>
            </a:r>
            <a:r>
              <a:rPr lang="ja-JP" altLang="en-US" sz="2400" dirty="0" smtClean="0"/>
              <a:t>の課題が提示され、優先される三つの行動を処理依頼者と処理内容の組合せで解答　</a:t>
            </a:r>
            <a:r>
              <a:rPr lang="en-US" altLang="ja-JP" sz="2400" dirty="0" smtClean="0"/>
              <a:t>14</a:t>
            </a:r>
            <a:r>
              <a:rPr lang="ja-JP" altLang="en-US" sz="2400" dirty="0" smtClean="0"/>
              <a:t>分</a:t>
            </a:r>
            <a:endParaRPr lang="en-US" altLang="ja-JP" sz="2400" dirty="0" smtClean="0"/>
          </a:p>
          <a:p>
            <a:pPr marL="457200" indent="-457200">
              <a:buFont typeface="+mj-lt"/>
              <a:buAutoNum type="arabicPeriod"/>
            </a:pPr>
            <a:r>
              <a:rPr kumimoji="1" lang="ja-JP" altLang="en-US" sz="2400" dirty="0" smtClean="0"/>
              <a:t>エビの発注計画問題　</a:t>
            </a:r>
            <a:r>
              <a:rPr kumimoji="1" lang="en-US" altLang="ja-JP" sz="2400" dirty="0" smtClean="0"/>
              <a:t>16</a:t>
            </a:r>
            <a:r>
              <a:rPr kumimoji="1" lang="ja-JP" altLang="en-US" sz="2400" dirty="0" smtClean="0"/>
              <a:t>分</a:t>
            </a:r>
            <a:endParaRPr kumimoji="1" lang="en-US" altLang="ja-JP" sz="2400" dirty="0" smtClean="0"/>
          </a:p>
          <a:p>
            <a:pPr marL="457200" indent="-457200">
              <a:buFont typeface="+mj-lt"/>
              <a:buAutoNum type="arabicPeriod"/>
            </a:pPr>
            <a:r>
              <a:rPr lang="ja-JP" altLang="en-US" sz="2400" dirty="0" smtClean="0"/>
              <a:t>会議のファシリテータとしての発言選択　</a:t>
            </a:r>
            <a:r>
              <a:rPr lang="en-US" altLang="ja-JP" sz="2400" dirty="0" smtClean="0"/>
              <a:t>14</a:t>
            </a:r>
            <a:r>
              <a:rPr lang="ja-JP" altLang="en-US" sz="2400" dirty="0" smtClean="0"/>
              <a:t>分</a:t>
            </a:r>
            <a:endParaRPr kumimoji="1" lang="ja-JP"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normAutofit fontScale="90000"/>
          </a:bodyPr>
          <a:lstStyle/>
          <a:p>
            <a:r>
              <a:rPr lang="ja-JP" altLang="en-US" dirty="0" smtClean="0"/>
              <a:t>優先度の高い処理</a:t>
            </a:r>
            <a:r>
              <a:rPr lang="en-US" altLang="ja-JP" dirty="0" smtClean="0"/>
              <a:t>6</a:t>
            </a:r>
            <a:r>
              <a:rPr lang="ja-JP" altLang="en-US" dirty="0" smtClean="0"/>
              <a:t>件と関連案件のピックアップ</a:t>
            </a:r>
            <a:r>
              <a:rPr lang="en-US" altLang="ja-JP" dirty="0" smtClean="0"/>
              <a:t/>
            </a:r>
            <a:br>
              <a:rPr lang="en-US" altLang="ja-JP" dirty="0" smtClean="0"/>
            </a:br>
            <a:r>
              <a:rPr lang="en-US" altLang="ja-JP" dirty="0" smtClean="0"/>
              <a:t>20</a:t>
            </a:r>
            <a:r>
              <a:rPr lang="ja-JP" altLang="en-US" dirty="0" smtClean="0"/>
              <a:t>分</a:t>
            </a:r>
            <a:endParaRPr kumimoji="1" lang="ja-JP" altLang="en-US" dirty="0"/>
          </a:p>
        </p:txBody>
      </p:sp>
      <p:sp>
        <p:nvSpPr>
          <p:cNvPr id="3" name="コンテンツ プレースホルダ 2"/>
          <p:cNvSpPr>
            <a:spLocks noGrp="1"/>
          </p:cNvSpPr>
          <p:nvPr>
            <p:ph sz="quarter" idx="1"/>
          </p:nvPr>
        </p:nvSpPr>
        <p:spPr/>
        <p:txBody>
          <a:bodyPr>
            <a:normAutofit fontScale="92500" lnSpcReduction="20000"/>
          </a:bodyPr>
          <a:lstStyle/>
          <a:p>
            <a:r>
              <a:rPr lang="ja-JP" altLang="en-US" dirty="0" smtClean="0"/>
              <a:t>受験の手引（冊子）</a:t>
            </a:r>
            <a:endParaRPr lang="en-US" altLang="ja-JP" dirty="0" smtClean="0"/>
          </a:p>
          <a:p>
            <a:pPr lvl="1"/>
            <a:r>
              <a:rPr lang="ja-JP" altLang="en-US" dirty="0" smtClean="0"/>
              <a:t>はじめに状況設定、組織図、各部門の役割、社長方針等が記載されている</a:t>
            </a:r>
            <a:endParaRPr lang="en-US" altLang="ja-JP" dirty="0" smtClean="0"/>
          </a:p>
          <a:p>
            <a:pPr lvl="1"/>
            <a:r>
              <a:rPr lang="ja-JP" altLang="en-US" dirty="0" smtClean="0"/>
              <a:t>その次に問題が記載されている</a:t>
            </a:r>
            <a:endParaRPr lang="en-US" altLang="ja-JP" dirty="0" smtClean="0"/>
          </a:p>
          <a:p>
            <a:r>
              <a:rPr lang="en-US" altLang="ja-JP" dirty="0" smtClean="0"/>
              <a:t>19</a:t>
            </a:r>
            <a:r>
              <a:rPr lang="ja-JP" altLang="en-US" dirty="0" smtClean="0"/>
              <a:t>案件の資料とＡ～Ｌくらいの処理が与えられる</a:t>
            </a:r>
            <a:endParaRPr lang="en-US" altLang="ja-JP" dirty="0" smtClean="0"/>
          </a:p>
          <a:p>
            <a:r>
              <a:rPr lang="ja-JP" altLang="en-US" dirty="0" smtClean="0"/>
              <a:t>優先度の</a:t>
            </a:r>
            <a:r>
              <a:rPr lang="ja-JP" altLang="en-US" dirty="0" smtClean="0"/>
              <a:t>高い処理６つと関係する案件を答える</a:t>
            </a:r>
            <a:endParaRPr lang="en-US" altLang="ja-JP" dirty="0" smtClean="0"/>
          </a:p>
          <a:p>
            <a:r>
              <a:rPr lang="ja-JP" altLang="en-US" dirty="0" smtClean="0"/>
              <a:t>解き方</a:t>
            </a:r>
            <a:endParaRPr lang="en-US" altLang="ja-JP" dirty="0" smtClean="0"/>
          </a:p>
          <a:p>
            <a:pPr lvl="1"/>
            <a:r>
              <a:rPr lang="ja-JP" altLang="en-US" dirty="0" smtClean="0"/>
              <a:t>ざっと見て</a:t>
            </a:r>
            <a:endParaRPr lang="en-US" altLang="ja-JP" dirty="0" smtClean="0"/>
          </a:p>
          <a:p>
            <a:pPr lvl="2"/>
            <a:r>
              <a:rPr lang="ja-JP" altLang="en-US" dirty="0" smtClean="0"/>
              <a:t>各案件のキーワードをリスト化</a:t>
            </a:r>
            <a:endParaRPr lang="en-US" altLang="ja-JP" dirty="0" smtClean="0"/>
          </a:p>
          <a:p>
            <a:pPr lvl="2"/>
            <a:r>
              <a:rPr lang="ja-JP" altLang="en-US" dirty="0" smtClean="0"/>
              <a:t>大事そうな案件をピックアップ</a:t>
            </a:r>
            <a:endParaRPr lang="en-US" altLang="ja-JP" dirty="0" smtClean="0"/>
          </a:p>
          <a:p>
            <a:pPr lvl="1"/>
            <a:r>
              <a:rPr lang="ja-JP" altLang="en-US" dirty="0" smtClean="0"/>
              <a:t>大事そうな案件に対応する処理をピックアップ（６件）</a:t>
            </a:r>
            <a:endParaRPr lang="en-US" altLang="ja-JP" dirty="0" smtClean="0"/>
          </a:p>
          <a:p>
            <a:pPr lvl="2"/>
            <a:r>
              <a:rPr lang="ja-JP" altLang="en-US" dirty="0" smtClean="0"/>
              <a:t>キーワードリストから関連案件を選択</a:t>
            </a:r>
            <a:endParaRPr lang="en-US" altLang="ja-JP" dirty="0" smtClean="0"/>
          </a:p>
          <a:p>
            <a:pPr lvl="1"/>
            <a:r>
              <a:rPr lang="ja-JP" altLang="en-US" dirty="0" smtClean="0"/>
              <a:t>処理が足りなければ、大事そうな案件を追加</a:t>
            </a:r>
            <a:endParaRPr lang="en-US" altLang="ja-JP" dirty="0" smtClean="0"/>
          </a:p>
          <a:p>
            <a:pPr lvl="2"/>
            <a:r>
              <a:rPr lang="ja-JP" altLang="en-US" dirty="0" smtClean="0"/>
              <a:t>以下、繰り返し</a:t>
            </a:r>
            <a:endParaRPr lang="en-US" altLang="ja-JP" dirty="0" smtClean="0"/>
          </a:p>
          <a:p>
            <a:endParaRPr lang="en-US" altLang="ja-JP"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課題に対する依頼者と処理の選択</a:t>
            </a:r>
            <a:endParaRPr kumimoji="1" lang="ja-JP" altLang="en-US" dirty="0"/>
          </a:p>
        </p:txBody>
      </p:sp>
      <p:sp>
        <p:nvSpPr>
          <p:cNvPr id="3" name="コンテンツ プレースホルダ 2"/>
          <p:cNvSpPr>
            <a:spLocks noGrp="1"/>
          </p:cNvSpPr>
          <p:nvPr>
            <p:ph sz="quarter" idx="1"/>
          </p:nvPr>
        </p:nvSpPr>
        <p:spPr/>
        <p:txBody>
          <a:bodyPr/>
          <a:lstStyle/>
          <a:p>
            <a:r>
              <a:rPr kumimoji="1" lang="en-US" altLang="ja-JP" dirty="0" smtClean="0"/>
              <a:t>3</a:t>
            </a:r>
            <a:r>
              <a:rPr kumimoji="1" lang="ja-JP" altLang="en-US" dirty="0" err="1" smtClean="0"/>
              <a:t>つの</a:t>
            </a:r>
            <a:r>
              <a:rPr kumimoji="1" lang="ja-JP" altLang="en-US" dirty="0" smtClean="0"/>
              <a:t>課題が提示され、この課題に対してそれぞれＡ依頼者とＢ処理の選択肢が与えられる</a:t>
            </a:r>
            <a:endParaRPr kumimoji="1" lang="en-US" altLang="ja-JP" dirty="0" smtClean="0"/>
          </a:p>
          <a:p>
            <a:r>
              <a:rPr lang="ja-JP" altLang="en-US" dirty="0" smtClean="0"/>
              <a:t>それぞれの課題に</a:t>
            </a:r>
            <a:r>
              <a:rPr lang="ja-JP" altLang="en-US" dirty="0" smtClean="0"/>
              <a:t>対して、優先すべき３つの処理と</a:t>
            </a:r>
            <a:r>
              <a:rPr lang="ja-JP" altLang="en-US" dirty="0" smtClean="0"/>
              <a:t>その処理への</a:t>
            </a:r>
            <a:r>
              <a:rPr lang="ja-JP" altLang="en-US" dirty="0" smtClean="0"/>
              <a:t>依頼者を組合せ選択する</a:t>
            </a:r>
            <a:endParaRPr lang="en-US" altLang="ja-JP" dirty="0" smtClean="0"/>
          </a:p>
          <a:p>
            <a:r>
              <a:rPr lang="ja-JP" altLang="en-US" dirty="0" smtClean="0"/>
              <a:t>判断</a:t>
            </a:r>
            <a:r>
              <a:rPr lang="ja-JP" altLang="en-US" dirty="0" smtClean="0"/>
              <a:t>の材料は１９の案件や手引きに記載の状況設定</a:t>
            </a:r>
            <a:endParaRPr lang="en-US" altLang="ja-JP"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エビの発注計画問題　</a:t>
            </a:r>
            <a:r>
              <a:rPr lang="en-US" altLang="ja-JP" dirty="0" smtClean="0"/>
              <a:t>16</a:t>
            </a:r>
            <a:r>
              <a:rPr lang="ja-JP" altLang="en-US" dirty="0" smtClean="0"/>
              <a:t>分</a:t>
            </a:r>
            <a:endParaRPr kumimoji="1" lang="ja-JP" altLang="en-US" dirty="0"/>
          </a:p>
        </p:txBody>
      </p:sp>
      <p:sp>
        <p:nvSpPr>
          <p:cNvPr id="3" name="コンテンツ プレースホルダ 2"/>
          <p:cNvSpPr>
            <a:spLocks noGrp="1"/>
          </p:cNvSpPr>
          <p:nvPr>
            <p:ph sz="quarter" idx="1"/>
          </p:nvPr>
        </p:nvSpPr>
        <p:spPr/>
        <p:txBody>
          <a:bodyPr/>
          <a:lstStyle/>
          <a:p>
            <a:pPr marL="514350" indent="-514350">
              <a:buFont typeface="+mj-lt"/>
              <a:buAutoNum type="arabicPeriod"/>
            </a:pPr>
            <a:r>
              <a:rPr kumimoji="1" lang="ja-JP" altLang="en-US" smtClean="0"/>
              <a:t>最初になんかあった気がする</a:t>
            </a:r>
            <a:endParaRPr kumimoji="1" lang="en-US" altLang="ja-JP" dirty="0" smtClean="0"/>
          </a:p>
          <a:p>
            <a:pPr marL="514350" indent="-514350">
              <a:buFont typeface="+mj-lt"/>
              <a:buAutoNum type="arabicPeriod"/>
            </a:pPr>
            <a:r>
              <a:rPr kumimoji="1" lang="ja-JP" altLang="en-US" dirty="0" smtClean="0"/>
              <a:t>発注国の優先順位付け</a:t>
            </a:r>
            <a:endParaRPr kumimoji="1" lang="en-US" altLang="ja-JP" dirty="0" smtClean="0"/>
          </a:p>
          <a:p>
            <a:pPr marL="514350" indent="-514350">
              <a:buFont typeface="+mj-lt"/>
              <a:buAutoNum type="arabicPeriod"/>
            </a:pPr>
            <a:r>
              <a:rPr lang="ja-JP" altLang="en-US" dirty="0" smtClean="0"/>
              <a:t>発注</a:t>
            </a:r>
            <a:r>
              <a:rPr lang="ja-JP" altLang="en-US" dirty="0" smtClean="0"/>
              <a:t>国の生産可能数と、日本の製品生産数の表から、各国への発注依頼計画を立てる</a:t>
            </a:r>
            <a:endParaRPr kumimoji="1" lang="ja-JP" altLang="en-US" dirty="0"/>
          </a:p>
        </p:txBody>
      </p:sp>
      <p:graphicFrame>
        <p:nvGraphicFramePr>
          <p:cNvPr id="4" name="表 3"/>
          <p:cNvGraphicFramePr>
            <a:graphicFrameLocks noGrp="1"/>
          </p:cNvGraphicFramePr>
          <p:nvPr/>
        </p:nvGraphicFramePr>
        <p:xfrm>
          <a:off x="1331640" y="3140968"/>
          <a:ext cx="6774498" cy="1483360"/>
        </p:xfrm>
        <a:graphic>
          <a:graphicData uri="http://schemas.openxmlformats.org/drawingml/2006/table">
            <a:tbl>
              <a:tblPr firstRow="1" bandRow="1">
                <a:tableStyleId>{5C22544A-7EE6-4342-B048-85BDC9FD1C3A}</a:tableStyleId>
              </a:tblPr>
              <a:tblGrid>
                <a:gridCol w="717868"/>
                <a:gridCol w="1179830"/>
                <a:gridCol w="609600"/>
                <a:gridCol w="609600"/>
                <a:gridCol w="609600"/>
                <a:gridCol w="609600"/>
                <a:gridCol w="609600"/>
                <a:gridCol w="609600"/>
                <a:gridCol w="609600"/>
                <a:gridCol w="609600"/>
              </a:tblGrid>
              <a:tr h="370840">
                <a:tc>
                  <a:txBody>
                    <a:bodyPr/>
                    <a:lstStyle/>
                    <a:p>
                      <a:r>
                        <a:rPr kumimoji="1" lang="ja-JP" altLang="en-US" dirty="0" smtClean="0"/>
                        <a:t>国</a:t>
                      </a:r>
                      <a:endParaRPr kumimoji="1" lang="ja-JP" altLang="en-US" dirty="0"/>
                    </a:p>
                  </a:txBody>
                  <a:tcPr/>
                </a:tc>
                <a:tc>
                  <a:txBody>
                    <a:bodyPr/>
                    <a:lstStyle/>
                    <a:p>
                      <a:r>
                        <a:rPr kumimoji="1" lang="ja-JP" altLang="en-US" dirty="0" smtClean="0"/>
                        <a:t>輸送時間</a:t>
                      </a:r>
                      <a:endParaRPr kumimoji="1" lang="ja-JP" altLang="en-US" dirty="0"/>
                    </a:p>
                  </a:txBody>
                  <a:tcPr/>
                </a:tc>
                <a:tc>
                  <a:txBody>
                    <a:bodyPr/>
                    <a:lstStyle/>
                    <a:p>
                      <a:r>
                        <a:rPr kumimoji="1" lang="en-US" altLang="ja-JP" dirty="0" smtClean="0"/>
                        <a:t>1</a:t>
                      </a:r>
                      <a:r>
                        <a:rPr kumimoji="1" lang="ja-JP" altLang="en-US" dirty="0" smtClean="0"/>
                        <a:t>日</a:t>
                      </a:r>
                      <a:endParaRPr kumimoji="1" lang="ja-JP" altLang="en-US" dirty="0"/>
                    </a:p>
                  </a:txBody>
                  <a:tcPr/>
                </a:tc>
                <a:tc>
                  <a:txBody>
                    <a:bodyPr/>
                    <a:lstStyle/>
                    <a:p>
                      <a:r>
                        <a:rPr kumimoji="1" lang="en-US" altLang="ja-JP" dirty="0" smtClean="0"/>
                        <a:t>2</a:t>
                      </a:r>
                      <a:r>
                        <a:rPr kumimoji="1" lang="ja-JP" altLang="en-US" dirty="0" smtClean="0"/>
                        <a:t>日</a:t>
                      </a:r>
                      <a:endParaRPr kumimoji="1" lang="ja-JP" altLang="en-US" dirty="0"/>
                    </a:p>
                  </a:txBody>
                  <a:tcPr/>
                </a:tc>
                <a:tc>
                  <a:txBody>
                    <a:bodyPr/>
                    <a:lstStyle/>
                    <a:p>
                      <a:r>
                        <a:rPr kumimoji="1" lang="ja-JP" altLang="en-US" dirty="0" smtClean="0"/>
                        <a:t>３日</a:t>
                      </a:r>
                      <a:endParaRPr kumimoji="1" lang="ja-JP" altLang="en-US" dirty="0"/>
                    </a:p>
                  </a:txBody>
                  <a:tcPr/>
                </a:tc>
                <a:tc>
                  <a:txBody>
                    <a:bodyPr/>
                    <a:lstStyle/>
                    <a:p>
                      <a:r>
                        <a:rPr kumimoji="1" lang="ja-JP" altLang="en-US" dirty="0" smtClean="0"/>
                        <a:t>４日</a:t>
                      </a:r>
                      <a:endParaRPr kumimoji="1" lang="ja-JP" altLang="en-US" dirty="0"/>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r>
              <a:tr h="370840">
                <a:tc>
                  <a:txBody>
                    <a:bodyPr/>
                    <a:lstStyle/>
                    <a:p>
                      <a:r>
                        <a:rPr kumimoji="1" lang="ja-JP" altLang="en-US" dirty="0" smtClean="0"/>
                        <a:t>中国</a:t>
                      </a:r>
                      <a:endParaRPr kumimoji="1" lang="ja-JP" altLang="en-US" dirty="0"/>
                    </a:p>
                  </a:txBody>
                  <a:tcPr/>
                </a:tc>
                <a:tc>
                  <a:txBody>
                    <a:bodyPr/>
                    <a:lstStyle/>
                    <a:p>
                      <a:r>
                        <a:rPr kumimoji="1" lang="ja-JP" altLang="en-US" dirty="0" smtClean="0"/>
                        <a:t>３日</a:t>
                      </a:r>
                      <a:endParaRPr kumimoji="1" lang="ja-JP" altLang="en-US" dirty="0"/>
                    </a:p>
                  </a:txBody>
                  <a:tcPr/>
                </a:tc>
                <a:tc>
                  <a:txBody>
                    <a:bodyPr/>
                    <a:lstStyle/>
                    <a:p>
                      <a:r>
                        <a:rPr kumimoji="1" lang="en-US" altLang="ja-JP" dirty="0" smtClean="0"/>
                        <a:t>750</a:t>
                      </a:r>
                      <a:endParaRPr kumimoji="1" lang="ja-JP" altLang="en-US" dirty="0"/>
                    </a:p>
                  </a:txBody>
                  <a:tcPr/>
                </a:tc>
                <a:tc>
                  <a:txBody>
                    <a:bodyPr/>
                    <a:lstStyle/>
                    <a:p>
                      <a:r>
                        <a:rPr kumimoji="1" lang="en-US" altLang="ja-JP" dirty="0" smtClean="0"/>
                        <a:t>750</a:t>
                      </a:r>
                      <a:endParaRPr kumimoji="1" lang="ja-JP" altLang="en-US" dirty="0"/>
                    </a:p>
                  </a:txBody>
                  <a:tcPr/>
                </a:tc>
                <a:tc>
                  <a:txBody>
                    <a:bodyPr/>
                    <a:lstStyle/>
                    <a:p>
                      <a:endParaRPr kumimoji="1" lang="ja-JP" altLang="en-US" dirty="0"/>
                    </a:p>
                  </a:txBody>
                  <a:tcPr/>
                </a:tc>
                <a:tc>
                  <a:txBody>
                    <a:bodyPr/>
                    <a:lstStyle/>
                    <a:p>
                      <a:r>
                        <a:rPr kumimoji="1" lang="en-US" altLang="ja-JP" dirty="0" smtClean="0"/>
                        <a:t>750</a:t>
                      </a:r>
                      <a:endParaRPr kumimoji="1" lang="ja-JP" altLang="en-US" dirty="0"/>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r>
              <a:tr h="370840">
                <a:tc>
                  <a:txBody>
                    <a:bodyPr/>
                    <a:lstStyle/>
                    <a:p>
                      <a:r>
                        <a:rPr kumimoji="1" lang="ja-JP" altLang="en-US" dirty="0" smtClean="0"/>
                        <a:t>韓国</a:t>
                      </a:r>
                      <a:endParaRPr kumimoji="1" lang="ja-JP" altLang="en-US" dirty="0"/>
                    </a:p>
                  </a:txBody>
                  <a:tcPr/>
                </a:tc>
                <a:tc>
                  <a:txBody>
                    <a:bodyPr/>
                    <a:lstStyle/>
                    <a:p>
                      <a:r>
                        <a:rPr kumimoji="1" lang="ja-JP" altLang="en-US" dirty="0" smtClean="0"/>
                        <a:t>２日</a:t>
                      </a:r>
                      <a:endParaRPr kumimoji="1" lang="ja-JP" altLang="en-US" dirty="0"/>
                    </a:p>
                  </a:txBody>
                  <a:tcPr/>
                </a:tc>
                <a:tc>
                  <a:txBody>
                    <a:bodyPr/>
                    <a:lstStyle/>
                    <a:p>
                      <a:r>
                        <a:rPr kumimoji="1" lang="en-US" altLang="ja-JP" dirty="0" smtClean="0"/>
                        <a:t>500</a:t>
                      </a:r>
                      <a:endParaRPr kumimoji="1" lang="ja-JP" altLang="en-US" dirty="0"/>
                    </a:p>
                  </a:txBody>
                  <a:tcPr/>
                </a:tc>
                <a:tc>
                  <a:txBody>
                    <a:bodyPr/>
                    <a:lstStyle/>
                    <a:p>
                      <a:endParaRPr kumimoji="1" lang="ja-JP" altLang="en-US" dirty="0"/>
                    </a:p>
                  </a:txBody>
                  <a:tcPr/>
                </a:tc>
                <a:tc>
                  <a:txBody>
                    <a:bodyPr/>
                    <a:lstStyle/>
                    <a:p>
                      <a:r>
                        <a:rPr kumimoji="1" lang="en-US" altLang="ja-JP" dirty="0" smtClean="0"/>
                        <a:t>500</a:t>
                      </a:r>
                      <a:endParaRPr kumimoji="1" lang="ja-JP" altLang="en-US" dirty="0"/>
                    </a:p>
                  </a:txBody>
                  <a:tcPr/>
                </a:tc>
                <a:tc>
                  <a:txBody>
                    <a:bodyPr/>
                    <a:lstStyle/>
                    <a:p>
                      <a:r>
                        <a:rPr kumimoji="1" lang="en-US" altLang="ja-JP" dirty="0" smtClean="0"/>
                        <a:t>500</a:t>
                      </a:r>
                      <a:endParaRPr kumimoji="1" lang="ja-JP" altLang="en-US" dirty="0"/>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r>
              <a:tr h="370840">
                <a:tc>
                  <a:txBody>
                    <a:bodyPr/>
                    <a:lstStyle/>
                    <a:p>
                      <a:r>
                        <a:rPr kumimoji="1" lang="ja-JP" altLang="en-US" dirty="0" smtClean="0"/>
                        <a:t>日本</a:t>
                      </a:r>
                      <a:endParaRPr kumimoji="1" lang="ja-JP" altLang="en-US" dirty="0"/>
                    </a:p>
                  </a:txBody>
                  <a:tcPr/>
                </a:tc>
                <a:tc>
                  <a:txBody>
                    <a:bodyPr/>
                    <a:lstStyle/>
                    <a:p>
                      <a:r>
                        <a:rPr kumimoji="1" lang="ja-JP" altLang="en-US" dirty="0" smtClean="0"/>
                        <a:t>１日</a:t>
                      </a:r>
                      <a:endParaRPr kumimoji="1" lang="ja-JP" altLang="en-US" dirty="0"/>
                    </a:p>
                  </a:txBody>
                  <a:tcPr/>
                </a:tc>
                <a:tc>
                  <a:txBody>
                    <a:bodyPr/>
                    <a:lstStyle/>
                    <a:p>
                      <a:r>
                        <a:rPr kumimoji="1" lang="en-US" altLang="ja-JP" dirty="0" smtClean="0"/>
                        <a:t>300</a:t>
                      </a:r>
                      <a:endParaRPr kumimoji="1" lang="ja-JP" altLang="en-US" dirty="0"/>
                    </a:p>
                  </a:txBody>
                  <a:tcPr/>
                </a:tc>
                <a:tc>
                  <a:txBody>
                    <a:bodyPr/>
                    <a:lstStyle/>
                    <a:p>
                      <a:r>
                        <a:rPr kumimoji="1" lang="en-US" altLang="ja-JP" dirty="0" smtClean="0"/>
                        <a:t>300</a:t>
                      </a:r>
                      <a:endParaRPr kumimoji="1" lang="ja-JP" altLang="en-US" dirty="0"/>
                    </a:p>
                  </a:txBody>
                  <a:tcPr/>
                </a:tc>
                <a:tc>
                  <a:txBody>
                    <a:bodyPr/>
                    <a:lstStyle/>
                    <a:p>
                      <a:r>
                        <a:rPr kumimoji="1" lang="en-US" altLang="ja-JP" dirty="0" smtClean="0"/>
                        <a:t>300</a:t>
                      </a:r>
                    </a:p>
                  </a:txBody>
                  <a:tcPr/>
                </a:tc>
                <a:tc>
                  <a:txBody>
                    <a:bodyPr/>
                    <a:lstStyle/>
                    <a:p>
                      <a:r>
                        <a:rPr kumimoji="1" lang="en-US" altLang="ja-JP" dirty="0" smtClean="0"/>
                        <a:t>300</a:t>
                      </a:r>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r>
            </a:tbl>
          </a:graphicData>
        </a:graphic>
      </p:graphicFrame>
      <p:graphicFrame>
        <p:nvGraphicFramePr>
          <p:cNvPr id="5" name="表 4"/>
          <p:cNvGraphicFramePr>
            <a:graphicFrameLocks noGrp="1"/>
          </p:cNvGraphicFramePr>
          <p:nvPr/>
        </p:nvGraphicFramePr>
        <p:xfrm>
          <a:off x="1331640" y="4941168"/>
          <a:ext cx="6774498" cy="1483360"/>
        </p:xfrm>
        <a:graphic>
          <a:graphicData uri="http://schemas.openxmlformats.org/drawingml/2006/table">
            <a:tbl>
              <a:tblPr firstRow="1" bandRow="1">
                <a:tableStyleId>{5C22544A-7EE6-4342-B048-85BDC9FD1C3A}</a:tableStyleId>
              </a:tblPr>
              <a:tblGrid>
                <a:gridCol w="717868"/>
                <a:gridCol w="1179830"/>
                <a:gridCol w="609600"/>
                <a:gridCol w="609600"/>
                <a:gridCol w="609600"/>
                <a:gridCol w="609600"/>
                <a:gridCol w="609600"/>
                <a:gridCol w="609600"/>
                <a:gridCol w="609600"/>
                <a:gridCol w="609600"/>
              </a:tblGrid>
              <a:tr h="370840">
                <a:tc>
                  <a:txBody>
                    <a:bodyPr/>
                    <a:lstStyle/>
                    <a:p>
                      <a:r>
                        <a:rPr kumimoji="1" lang="ja-JP" altLang="en-US" dirty="0" smtClean="0"/>
                        <a:t>工場</a:t>
                      </a:r>
                      <a:endParaRPr kumimoji="1" lang="ja-JP" altLang="en-US" dirty="0"/>
                    </a:p>
                  </a:txBody>
                  <a:tcPr/>
                </a:tc>
                <a:tc>
                  <a:txBody>
                    <a:bodyPr/>
                    <a:lstStyle/>
                    <a:p>
                      <a:endParaRPr kumimoji="1" lang="ja-JP" altLang="en-US" dirty="0"/>
                    </a:p>
                  </a:txBody>
                  <a:tcPr/>
                </a:tc>
                <a:tc>
                  <a:txBody>
                    <a:bodyPr/>
                    <a:lstStyle/>
                    <a:p>
                      <a:r>
                        <a:rPr kumimoji="1" lang="en-US" altLang="ja-JP" dirty="0" smtClean="0"/>
                        <a:t>1</a:t>
                      </a:r>
                      <a:r>
                        <a:rPr kumimoji="1" lang="ja-JP" altLang="en-US" dirty="0" smtClean="0"/>
                        <a:t>日</a:t>
                      </a:r>
                      <a:endParaRPr kumimoji="1" lang="ja-JP" altLang="en-US" dirty="0"/>
                    </a:p>
                  </a:txBody>
                  <a:tcPr/>
                </a:tc>
                <a:tc>
                  <a:txBody>
                    <a:bodyPr/>
                    <a:lstStyle/>
                    <a:p>
                      <a:r>
                        <a:rPr kumimoji="1" lang="en-US" altLang="ja-JP" dirty="0" smtClean="0"/>
                        <a:t>2</a:t>
                      </a:r>
                      <a:r>
                        <a:rPr kumimoji="1" lang="ja-JP" altLang="en-US" dirty="0" smtClean="0"/>
                        <a:t>日</a:t>
                      </a:r>
                      <a:endParaRPr kumimoji="1" lang="ja-JP" altLang="en-US" dirty="0"/>
                    </a:p>
                  </a:txBody>
                  <a:tcPr/>
                </a:tc>
                <a:tc>
                  <a:txBody>
                    <a:bodyPr/>
                    <a:lstStyle/>
                    <a:p>
                      <a:r>
                        <a:rPr kumimoji="1" lang="ja-JP" altLang="en-US" dirty="0" smtClean="0"/>
                        <a:t>３日</a:t>
                      </a:r>
                      <a:endParaRPr kumimoji="1" lang="ja-JP" altLang="en-US" dirty="0"/>
                    </a:p>
                  </a:txBody>
                  <a:tcPr/>
                </a:tc>
                <a:tc>
                  <a:txBody>
                    <a:bodyPr/>
                    <a:lstStyle/>
                    <a:p>
                      <a:r>
                        <a:rPr kumimoji="1" lang="ja-JP" altLang="en-US" dirty="0" smtClean="0"/>
                        <a:t>４日</a:t>
                      </a:r>
                      <a:endParaRPr kumimoji="1" lang="ja-JP" altLang="en-US" dirty="0"/>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r>
              <a:tr h="370840">
                <a:tc>
                  <a:txBody>
                    <a:bodyPr/>
                    <a:lstStyle/>
                    <a:p>
                      <a:r>
                        <a:rPr kumimoji="1" lang="ja-JP" altLang="en-US" dirty="0" smtClean="0"/>
                        <a:t>北陸</a:t>
                      </a:r>
                      <a:endParaRPr kumimoji="1" lang="ja-JP" altLang="en-US" dirty="0"/>
                    </a:p>
                  </a:txBody>
                  <a:tcPr/>
                </a:tc>
                <a:tc>
                  <a:txBody>
                    <a:bodyPr/>
                    <a:lstStyle/>
                    <a:p>
                      <a:endParaRPr kumimoji="1" lang="ja-JP" altLang="en-US" dirty="0"/>
                    </a:p>
                  </a:txBody>
                  <a:tcPr/>
                </a:tc>
                <a:tc>
                  <a:txBody>
                    <a:bodyPr/>
                    <a:lstStyle/>
                    <a:p>
                      <a:r>
                        <a:rPr kumimoji="1" lang="en-US" altLang="ja-JP" dirty="0" smtClean="0"/>
                        <a:t>250</a:t>
                      </a:r>
                      <a:endParaRPr kumimoji="1" lang="ja-JP" altLang="en-US" dirty="0"/>
                    </a:p>
                  </a:txBody>
                  <a:tcPr/>
                </a:tc>
                <a:tc>
                  <a:txBody>
                    <a:bodyPr/>
                    <a:lstStyle/>
                    <a:p>
                      <a:r>
                        <a:rPr kumimoji="1" lang="en-US" altLang="ja-JP" dirty="0" smtClean="0"/>
                        <a:t>350</a:t>
                      </a:r>
                      <a:endParaRPr kumimoji="1" lang="ja-JP" altLang="en-US" dirty="0"/>
                    </a:p>
                  </a:txBody>
                  <a:tcPr/>
                </a:tc>
                <a:tc>
                  <a:txBody>
                    <a:bodyPr/>
                    <a:lstStyle/>
                    <a:p>
                      <a:r>
                        <a:rPr kumimoji="1" lang="en-US" altLang="ja-JP" dirty="0" smtClean="0"/>
                        <a:t>400</a:t>
                      </a:r>
                      <a:endParaRPr kumimoji="1" lang="ja-JP" altLang="en-US" dirty="0"/>
                    </a:p>
                  </a:txBody>
                  <a:tcPr/>
                </a:tc>
                <a:tc>
                  <a:txBody>
                    <a:bodyPr/>
                    <a:lstStyle/>
                    <a:p>
                      <a:r>
                        <a:rPr kumimoji="1" lang="en-US" altLang="ja-JP" dirty="0" smtClean="0"/>
                        <a:t>550</a:t>
                      </a:r>
                      <a:endParaRPr kumimoji="1" lang="ja-JP" altLang="en-US" dirty="0"/>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r>
              <a:tr h="370840">
                <a:tc>
                  <a:txBody>
                    <a:bodyPr/>
                    <a:lstStyle/>
                    <a:p>
                      <a:r>
                        <a:rPr kumimoji="1" lang="ja-JP" altLang="en-US" dirty="0" smtClean="0"/>
                        <a:t>関東</a:t>
                      </a:r>
                      <a:endParaRPr kumimoji="1" lang="ja-JP" altLang="en-US" dirty="0"/>
                    </a:p>
                  </a:txBody>
                  <a:tcPr/>
                </a:tc>
                <a:tc>
                  <a:txBody>
                    <a:bodyPr/>
                    <a:lstStyle/>
                    <a:p>
                      <a:endParaRPr kumimoji="1" lang="ja-JP" altLang="en-US" dirty="0"/>
                    </a:p>
                  </a:txBody>
                  <a:tcPr/>
                </a:tc>
                <a:tc>
                  <a:txBody>
                    <a:bodyPr/>
                    <a:lstStyle/>
                    <a:p>
                      <a:r>
                        <a:rPr kumimoji="1" lang="en-US" altLang="ja-JP" dirty="0" smtClean="0"/>
                        <a:t>500</a:t>
                      </a:r>
                      <a:endParaRPr kumimoji="1" lang="ja-JP" altLang="en-US" dirty="0"/>
                    </a:p>
                  </a:txBody>
                  <a:tcPr/>
                </a:tc>
                <a:tc>
                  <a:txBody>
                    <a:bodyPr/>
                    <a:lstStyle/>
                    <a:p>
                      <a:r>
                        <a:rPr kumimoji="1" lang="en-US" altLang="ja-JP" dirty="0" smtClean="0"/>
                        <a:t>300</a:t>
                      </a:r>
                      <a:endParaRPr kumimoji="1" lang="ja-JP" altLang="en-US" dirty="0"/>
                    </a:p>
                  </a:txBody>
                  <a:tcPr/>
                </a:tc>
                <a:tc>
                  <a:txBody>
                    <a:bodyPr/>
                    <a:lstStyle/>
                    <a:p>
                      <a:r>
                        <a:rPr kumimoji="1" lang="en-US" altLang="ja-JP" dirty="0" smtClean="0"/>
                        <a:t>400</a:t>
                      </a:r>
                      <a:endParaRPr kumimoji="1" lang="ja-JP" altLang="en-US" dirty="0"/>
                    </a:p>
                  </a:txBody>
                  <a:tcPr/>
                </a:tc>
                <a:tc>
                  <a:txBody>
                    <a:bodyPr/>
                    <a:lstStyle/>
                    <a:p>
                      <a:r>
                        <a:rPr kumimoji="1" lang="en-US" altLang="ja-JP" dirty="0" smtClean="0"/>
                        <a:t>400</a:t>
                      </a:r>
                      <a:endParaRPr kumimoji="1" lang="ja-JP" altLang="en-US" dirty="0"/>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r>
              <a:tr h="370840">
                <a:tc>
                  <a:txBody>
                    <a:bodyPr/>
                    <a:lstStyle/>
                    <a:p>
                      <a:r>
                        <a:rPr kumimoji="1" lang="ja-JP" altLang="en-US" dirty="0" smtClean="0"/>
                        <a:t>関西</a:t>
                      </a:r>
                      <a:endParaRPr kumimoji="1" lang="ja-JP" altLang="en-US" dirty="0"/>
                    </a:p>
                  </a:txBody>
                  <a:tcPr/>
                </a:tc>
                <a:tc>
                  <a:txBody>
                    <a:bodyPr/>
                    <a:lstStyle/>
                    <a:p>
                      <a:endParaRPr kumimoji="1" lang="ja-JP" altLang="en-US" dirty="0"/>
                    </a:p>
                  </a:txBody>
                  <a:tcPr/>
                </a:tc>
                <a:tc>
                  <a:txBody>
                    <a:bodyPr/>
                    <a:lstStyle/>
                    <a:p>
                      <a:r>
                        <a:rPr kumimoji="1" lang="en-US" altLang="ja-JP" dirty="0" smtClean="0"/>
                        <a:t>300</a:t>
                      </a:r>
                      <a:endParaRPr kumimoji="1" lang="ja-JP" altLang="en-US" dirty="0"/>
                    </a:p>
                  </a:txBody>
                  <a:tcPr/>
                </a:tc>
                <a:tc>
                  <a:txBody>
                    <a:bodyPr/>
                    <a:lstStyle/>
                    <a:p>
                      <a:r>
                        <a:rPr kumimoji="1" lang="en-US" altLang="ja-JP" dirty="0" smtClean="0"/>
                        <a:t>100</a:t>
                      </a:r>
                      <a:endParaRPr kumimoji="1" lang="ja-JP" altLang="en-US" dirty="0"/>
                    </a:p>
                  </a:txBody>
                  <a:tcPr/>
                </a:tc>
                <a:tc>
                  <a:txBody>
                    <a:bodyPr/>
                    <a:lstStyle/>
                    <a:p>
                      <a:r>
                        <a:rPr kumimoji="1" lang="en-US" altLang="ja-JP" dirty="0" smtClean="0"/>
                        <a:t>300</a:t>
                      </a:r>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会議のファシリテータとしての発言選択</a:t>
            </a:r>
            <a:endParaRPr kumimoji="1" lang="ja-JP" altLang="en-US" dirty="0"/>
          </a:p>
        </p:txBody>
      </p:sp>
      <p:sp>
        <p:nvSpPr>
          <p:cNvPr id="3" name="コンテンツ プレースホルダ 2"/>
          <p:cNvSpPr>
            <a:spLocks noGrp="1"/>
          </p:cNvSpPr>
          <p:nvPr>
            <p:ph sz="quarter" idx="1"/>
          </p:nvPr>
        </p:nvSpPr>
        <p:spPr/>
        <p:txBody>
          <a:bodyPr>
            <a:normAutofit fontScale="85000" lnSpcReduction="20000"/>
          </a:bodyPr>
          <a:lstStyle/>
          <a:p>
            <a:r>
              <a:rPr kumimoji="1" lang="ja-JP" altLang="en-US" dirty="0" smtClean="0"/>
              <a:t>工場内の入室エリア管理システムの導入について委員会を立ち上げ、方針を検討している</a:t>
            </a:r>
            <a:endParaRPr kumimoji="1" lang="en-US" altLang="ja-JP" dirty="0" smtClean="0"/>
          </a:p>
          <a:p>
            <a:r>
              <a:rPr lang="ja-JP" altLang="en-US" dirty="0" smtClean="0"/>
              <a:t>参加者は</a:t>
            </a:r>
            <a:r>
              <a:rPr kumimoji="1" lang="ja-JP" altLang="en-US" dirty="0" smtClean="0"/>
              <a:t>８人ぐらい</a:t>
            </a:r>
            <a:endParaRPr kumimoji="1" lang="en-US" altLang="ja-JP" dirty="0" smtClean="0"/>
          </a:p>
          <a:p>
            <a:r>
              <a:rPr lang="ja-JP" altLang="en-US" dirty="0" smtClean="0"/>
              <a:t>５ページぐらいの「発言ログ」が列記されている。</a:t>
            </a:r>
            <a:endParaRPr lang="en-US" altLang="ja-JP" dirty="0" smtClean="0"/>
          </a:p>
          <a:p>
            <a:r>
              <a:rPr kumimoji="1" lang="ja-JP" altLang="en-US" dirty="0" smtClean="0"/>
              <a:t>途中</a:t>
            </a:r>
            <a:r>
              <a:rPr kumimoji="1" lang="ja-JP" altLang="en-US" dirty="0" smtClean="0"/>
              <a:t>に</a:t>
            </a:r>
            <a:r>
              <a:rPr lang="en-US" altLang="ja-JP" dirty="0" smtClean="0"/>
              <a:t>--a--,--b--</a:t>
            </a:r>
            <a:r>
              <a:rPr lang="ja-JP" altLang="en-US" dirty="0" smtClean="0"/>
              <a:t>などパーティションがある</a:t>
            </a:r>
            <a:endParaRPr lang="en-US" altLang="ja-JP" dirty="0" smtClean="0"/>
          </a:p>
          <a:p>
            <a:r>
              <a:rPr lang="ja-JP" altLang="en-US" dirty="0" smtClean="0"/>
              <a:t>問題</a:t>
            </a:r>
            <a:endParaRPr lang="en-US" altLang="ja-JP" dirty="0" smtClean="0"/>
          </a:p>
          <a:p>
            <a:pPr lvl="1"/>
            <a:r>
              <a:rPr lang="ja-JP" altLang="en-US" dirty="0" smtClean="0"/>
              <a:t>各パーティションの最後に、どのような発言をすべきか</a:t>
            </a:r>
            <a:endParaRPr lang="en-US" altLang="ja-JP" dirty="0" smtClean="0"/>
          </a:p>
          <a:p>
            <a:pPr lvl="1"/>
            <a:r>
              <a:rPr lang="ja-JP" altLang="en-US" dirty="0" smtClean="0"/>
              <a:t>ファシリテータ</a:t>
            </a:r>
            <a:r>
              <a:rPr lang="ja-JP" altLang="en-US" dirty="0" smtClean="0"/>
              <a:t>の立場として、メンバから発言や相談を受けた時に、どのように応えるべきか</a:t>
            </a:r>
            <a:endParaRPr lang="en-US" altLang="ja-JP" dirty="0" smtClean="0"/>
          </a:p>
          <a:p>
            <a:pPr lvl="1"/>
            <a:r>
              <a:rPr lang="ja-JP" altLang="en-US" dirty="0" smtClean="0"/>
              <a:t>会議の最後</a:t>
            </a:r>
            <a:r>
              <a:rPr lang="ja-JP" altLang="en-US" dirty="0" smtClean="0"/>
              <a:t>にどのような発言をすべきか</a:t>
            </a:r>
            <a:endParaRPr lang="en-US" altLang="ja-JP" dirty="0" smtClean="0"/>
          </a:p>
          <a:p>
            <a:r>
              <a:rPr kumimoji="1" lang="ja-JP" altLang="en-US" dirty="0" smtClean="0"/>
              <a:t>発言者</a:t>
            </a:r>
            <a:r>
              <a:rPr kumimoji="1" lang="ja-JP" altLang="en-US" dirty="0" smtClean="0"/>
              <a:t>と発言内容を対応づけて</a:t>
            </a:r>
            <a:r>
              <a:rPr lang="ja-JP" altLang="en-US" dirty="0" smtClean="0"/>
              <a:t>読まないと解けない</a:t>
            </a:r>
            <a:endParaRPr lang="en-US" altLang="ja-JP" dirty="0" smtClean="0"/>
          </a:p>
          <a:p>
            <a:pPr lvl="1"/>
            <a:r>
              <a:rPr lang="ja-JP" altLang="en-US" dirty="0" smtClean="0"/>
              <a:t>誰々</a:t>
            </a:r>
            <a:r>
              <a:rPr lang="ja-JP" altLang="en-US" dirty="0" smtClean="0"/>
              <a:t>がこんな発言してるからどうのこうのみたいな</a:t>
            </a:r>
            <a:endParaRPr lang="en-US" altLang="ja-JP" dirty="0" smtClean="0"/>
          </a:p>
          <a:p>
            <a:r>
              <a:rPr kumimoji="1" lang="ja-JP" altLang="en-US" dirty="0" smtClean="0"/>
              <a:t>問題もパーティション毎</a:t>
            </a:r>
            <a:r>
              <a:rPr kumimoji="1" lang="ja-JP" altLang="en-US" dirty="0" smtClean="0"/>
              <a:t>に出されているので、区切って読もう（気付かずに全部読んでしまった</a:t>
            </a:r>
            <a:r>
              <a:rPr kumimoji="1" lang="ja-JP" altLang="en-US" dirty="0" err="1" smtClean="0"/>
              <a:t>。。。</a:t>
            </a:r>
            <a:r>
              <a:rPr kumimoji="1" lang="ja-JP" altLang="en-US" dirty="0" smtClean="0"/>
              <a:t>）</a:t>
            </a:r>
            <a:endParaRPr kumimoji="1" lang="en-US" altLang="ja-JP" dirty="0" smtClean="0"/>
          </a:p>
          <a:p>
            <a:r>
              <a:rPr lang="ja-JP" altLang="en-US" dirty="0" smtClean="0"/>
              <a:t>この問題</a:t>
            </a:r>
            <a:r>
              <a:rPr lang="ja-JP" altLang="en-US" dirty="0" smtClean="0"/>
              <a:t>は明確な不正解はあるが、正解は特に無い印象</a:t>
            </a:r>
            <a:endParaRPr kumimoji="1" lang="ja-JP"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論文試験</a:t>
            </a:r>
            <a:endParaRPr kumimoji="1" lang="ja-JP" altLang="en-US" dirty="0"/>
          </a:p>
        </p:txBody>
      </p:sp>
      <p:sp>
        <p:nvSpPr>
          <p:cNvPr id="3" name="コンテンツ プレースホルダ 2"/>
          <p:cNvSpPr>
            <a:spLocks noGrp="1"/>
          </p:cNvSpPr>
          <p:nvPr>
            <p:ph sz="quarter" idx="1"/>
          </p:nvPr>
        </p:nvSpPr>
        <p:spPr/>
        <p:txBody>
          <a:bodyPr>
            <a:normAutofit/>
          </a:bodyPr>
          <a:lstStyle/>
          <a:p>
            <a:r>
              <a:rPr kumimoji="1" lang="ja-JP" altLang="en-US" dirty="0" smtClean="0"/>
              <a:t>配布物</a:t>
            </a:r>
            <a:endParaRPr kumimoji="1" lang="en-US" altLang="ja-JP" dirty="0" smtClean="0"/>
          </a:p>
          <a:p>
            <a:pPr lvl="1"/>
            <a:r>
              <a:rPr kumimoji="1" lang="ja-JP" altLang="en-US" dirty="0" smtClean="0"/>
              <a:t>表紙、問題用紙、解答用紙</a:t>
            </a:r>
            <a:r>
              <a:rPr kumimoji="1" lang="en-US" altLang="ja-JP" dirty="0" smtClean="0"/>
              <a:t>×</a:t>
            </a:r>
            <a:r>
              <a:rPr lang="ja-JP" altLang="en-US" dirty="0" smtClean="0"/>
              <a:t>３</a:t>
            </a:r>
            <a:r>
              <a:rPr lang="ja-JP" altLang="en-US" dirty="0" smtClean="0"/>
              <a:t>の綴り</a:t>
            </a:r>
            <a:endParaRPr lang="en-US" altLang="ja-JP" dirty="0" smtClean="0"/>
          </a:p>
          <a:p>
            <a:pPr lvl="1"/>
            <a:r>
              <a:rPr kumimoji="1" lang="ja-JP" altLang="en-US" dirty="0" smtClean="0"/>
              <a:t>メモ用紙（白紙）１枚</a:t>
            </a:r>
            <a:endParaRPr kumimoji="1" lang="en-US" altLang="ja-JP" dirty="0" smtClean="0"/>
          </a:p>
          <a:p>
            <a:r>
              <a:rPr lang="ja-JP" altLang="en-US" dirty="0" smtClean="0"/>
              <a:t>試験</a:t>
            </a:r>
            <a:r>
              <a:rPr lang="ja-JP" altLang="en-US" dirty="0" smtClean="0"/>
              <a:t>時間</a:t>
            </a:r>
            <a:r>
              <a:rPr lang="en-US" altLang="ja-JP" dirty="0" smtClean="0"/>
              <a:t>150</a:t>
            </a:r>
            <a:r>
              <a:rPr lang="ja-JP" altLang="en-US" dirty="0" smtClean="0"/>
              <a:t>分</a:t>
            </a:r>
            <a:endParaRPr lang="en-US" altLang="ja-JP" dirty="0" smtClean="0"/>
          </a:p>
          <a:p>
            <a:r>
              <a:rPr kumimoji="1" lang="ja-JP" altLang="en-US" dirty="0" smtClean="0"/>
              <a:t>お題</a:t>
            </a:r>
            <a:endParaRPr kumimoji="1" lang="en-US" altLang="ja-JP" dirty="0" smtClean="0"/>
          </a:p>
          <a:p>
            <a:pPr lvl="1"/>
            <a:r>
              <a:rPr lang="ja-JP" altLang="en-US" dirty="0" smtClean="0"/>
              <a:t>組織として最大の成果をあげるためには、一人ひとりが組織の目標の達成に向けて当事者意識をもって果敢に挑戦していくことが求められます。</a:t>
            </a:r>
            <a:br>
              <a:rPr lang="ja-JP" altLang="en-US" dirty="0" smtClean="0"/>
            </a:br>
            <a:r>
              <a:rPr lang="ja-JP" altLang="en-US" dirty="0" smtClean="0"/>
              <a:t>あなたが考える「当事者意識を持って取り組む」とはどのようなことかを論じたうえで、担当業務における具体的な取り組みについて述べなさい。</a:t>
            </a:r>
            <a:endParaRPr lang="ja-JP" alt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アース">
  <a:themeElements>
    <a:clrScheme name="アース">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アース">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アース">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181</TotalTime>
  <Words>528</Words>
  <Application>Microsoft Office PowerPoint</Application>
  <PresentationFormat>画面に合わせる (4:3)</PresentationFormat>
  <Paragraphs>95</Paragraphs>
  <Slides>7</Slides>
  <Notes>0</Notes>
  <HiddenSlides>0</HiddenSlides>
  <MMClips>0</MMClips>
  <ScaleCrop>false</ScaleCrop>
  <HeadingPairs>
    <vt:vector size="4" baseType="variant">
      <vt:variant>
        <vt:lpstr>テーマ</vt:lpstr>
      </vt:variant>
      <vt:variant>
        <vt:i4>1</vt:i4>
      </vt:variant>
      <vt:variant>
        <vt:lpstr>スライド タイトル</vt:lpstr>
      </vt:variant>
      <vt:variant>
        <vt:i4>7</vt:i4>
      </vt:variant>
    </vt:vector>
  </HeadingPairs>
  <TitlesOfParts>
    <vt:vector size="8" baseType="lpstr">
      <vt:lpstr>アース</vt:lpstr>
      <vt:lpstr>2016 G3試験ログ</vt:lpstr>
      <vt:lpstr>インバスケット</vt:lpstr>
      <vt:lpstr>優先度の高い処理6件と関連案件のピックアップ 20分</vt:lpstr>
      <vt:lpstr>課題に対する依頼者と処理の選択</vt:lpstr>
      <vt:lpstr>エビの発注計画問題　16分</vt:lpstr>
      <vt:lpstr>会議のファシリテータとしての発言選択</vt:lpstr>
      <vt:lpstr>論文試験</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2016 G3試験ログ</dc:title>
  <dc:creator>佐藤智一@画技21</dc:creator>
  <cp:lastModifiedBy>佐藤智一@画技21</cp:lastModifiedBy>
  <cp:revision>13</cp:revision>
  <dcterms:created xsi:type="dcterms:W3CDTF">2016-09-04T22:53:38Z</dcterms:created>
  <dcterms:modified xsi:type="dcterms:W3CDTF">2016-09-05T08:02:11Z</dcterms:modified>
</cp:coreProperties>
</file>